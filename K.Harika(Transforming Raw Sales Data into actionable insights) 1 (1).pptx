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830AED-2668-4A02-B560-A6E143D43FFA}" v="56" dt="2026-04-09T13:07:56.7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ham sreelatha" userId="9642072e4b7d6035" providerId="LiveId" clId="{D78B3F39-262A-44FE-B7C7-EA8286EA2663}"/>
    <pc:docChg chg="undo custSel addSld delSld modSld">
      <pc:chgData name="pasham sreelatha" userId="9642072e4b7d6035" providerId="LiveId" clId="{D78B3F39-262A-44FE-B7C7-EA8286EA2663}" dt="2026-04-10T13:26:12.612" v="870" actId="2696"/>
      <pc:docMkLst>
        <pc:docMk/>
      </pc:docMkLst>
      <pc:sldChg chg="addSp delSp modSp mod modTransition delAnim modAnim">
        <pc:chgData name="pasham sreelatha" userId="9642072e4b7d6035" providerId="LiveId" clId="{D78B3F39-262A-44FE-B7C7-EA8286EA2663}" dt="2026-04-05T14:19:59.121" v="42"/>
        <pc:sldMkLst>
          <pc:docMk/>
          <pc:sldMk cId="0" sldId="257"/>
        </pc:sldMkLst>
      </pc:sldChg>
      <pc:sldChg chg="addSp delSp modSp mod modTransition delAnim modAnim">
        <pc:chgData name="pasham sreelatha" userId="9642072e4b7d6035" providerId="LiveId" clId="{D78B3F39-262A-44FE-B7C7-EA8286EA2663}" dt="2026-04-09T12:59:09.184" v="671" actId="20577"/>
        <pc:sldMkLst>
          <pc:docMk/>
          <pc:sldMk cId="0" sldId="258"/>
        </pc:sldMkLst>
        <pc:spChg chg="mod">
          <ac:chgData name="pasham sreelatha" userId="9642072e4b7d6035" providerId="LiveId" clId="{D78B3F39-262A-44FE-B7C7-EA8286EA2663}" dt="2026-04-09T12:59:09.184" v="671" actId="20577"/>
          <ac:spMkLst>
            <pc:docMk/>
            <pc:sldMk cId="0" sldId="258"/>
            <ac:spMk id="7" creationId="{38849028-F25C-7DA0-DE56-0DC142EECABD}"/>
          </ac:spMkLst>
        </pc:spChg>
        <pc:picChg chg="add del mod">
          <ac:chgData name="pasham sreelatha" userId="9642072e4b7d6035" providerId="LiveId" clId="{D78B3F39-262A-44FE-B7C7-EA8286EA2663}" dt="2026-04-09T12:57:59.648" v="599" actId="21"/>
          <ac:picMkLst>
            <pc:docMk/>
            <pc:sldMk cId="0" sldId="258"/>
            <ac:picMk id="11" creationId="{A046396B-42B7-F11E-1D11-1FD144D2D926}"/>
          </ac:picMkLst>
        </pc:picChg>
      </pc:sldChg>
      <pc:sldChg chg="addSp delSp modSp mod modTransition delAnim modAnim">
        <pc:chgData name="pasham sreelatha" userId="9642072e4b7d6035" providerId="LiveId" clId="{D78B3F39-262A-44FE-B7C7-EA8286EA2663}" dt="2026-04-09T12:59:31.181" v="772" actId="14100"/>
        <pc:sldMkLst>
          <pc:docMk/>
          <pc:sldMk cId="0" sldId="259"/>
        </pc:sldMkLst>
        <pc:spChg chg="mod">
          <ac:chgData name="pasham sreelatha" userId="9642072e4b7d6035" providerId="LiveId" clId="{D78B3F39-262A-44FE-B7C7-EA8286EA2663}" dt="2026-04-09T12:59:31.181" v="772" actId="14100"/>
          <ac:spMkLst>
            <pc:docMk/>
            <pc:sldMk cId="0" sldId="259"/>
            <ac:spMk id="6" creationId="{EE76AC24-5CB7-D860-6A01-E6D8ABD38610}"/>
          </ac:spMkLst>
        </pc:spChg>
        <pc:picChg chg="add del mod">
          <ac:chgData name="pasham sreelatha" userId="9642072e4b7d6035" providerId="LiveId" clId="{D78B3F39-262A-44FE-B7C7-EA8286EA2663}" dt="2026-04-09T12:58:04.740" v="600" actId="21"/>
          <ac:picMkLst>
            <pc:docMk/>
            <pc:sldMk cId="0" sldId="259"/>
            <ac:picMk id="5" creationId="{ABEA90FE-C629-7F9D-81F3-39271630B01B}"/>
          </ac:picMkLst>
        </pc:picChg>
      </pc:sldChg>
      <pc:sldChg chg="addSp delSp modSp mod modTransition delAnim modAnim">
        <pc:chgData name="pasham sreelatha" userId="9642072e4b7d6035" providerId="LiveId" clId="{D78B3F39-262A-44FE-B7C7-EA8286EA2663}" dt="2026-04-09T12:59:47.640" v="794" actId="20577"/>
        <pc:sldMkLst>
          <pc:docMk/>
          <pc:sldMk cId="0" sldId="260"/>
        </pc:sldMkLst>
        <pc:spChg chg="mod">
          <ac:chgData name="pasham sreelatha" userId="9642072e4b7d6035" providerId="LiveId" clId="{D78B3F39-262A-44FE-B7C7-EA8286EA2663}" dt="2026-04-09T12:59:47.640" v="794" actId="20577"/>
          <ac:spMkLst>
            <pc:docMk/>
            <pc:sldMk cId="0" sldId="260"/>
            <ac:spMk id="5" creationId="{00000000-0000-0000-0000-000000000000}"/>
          </ac:spMkLst>
        </pc:spChg>
        <pc:picChg chg="add del mod">
          <ac:chgData name="pasham sreelatha" userId="9642072e4b7d6035" providerId="LiveId" clId="{D78B3F39-262A-44FE-B7C7-EA8286EA2663}" dt="2026-04-09T12:58:10.409" v="601" actId="21"/>
          <ac:picMkLst>
            <pc:docMk/>
            <pc:sldMk cId="0" sldId="260"/>
            <ac:picMk id="15" creationId="{91527ABC-3139-DFDC-4467-5BDA53A87E2B}"/>
          </ac:picMkLst>
        </pc:picChg>
      </pc:sldChg>
      <pc:sldChg chg="addSp delSp modSp mod modTransition delAnim modAnim">
        <pc:chgData name="pasham sreelatha" userId="9642072e4b7d6035" providerId="LiveId" clId="{D78B3F39-262A-44FE-B7C7-EA8286EA2663}" dt="2026-04-09T12:58:15.823" v="602" actId="21"/>
        <pc:sldMkLst>
          <pc:docMk/>
          <pc:sldMk cId="0" sldId="261"/>
        </pc:sldMkLst>
        <pc:picChg chg="add del mod">
          <ac:chgData name="pasham sreelatha" userId="9642072e4b7d6035" providerId="LiveId" clId="{D78B3F39-262A-44FE-B7C7-EA8286EA2663}" dt="2026-04-09T12:58:15.823" v="602" actId="21"/>
          <ac:picMkLst>
            <pc:docMk/>
            <pc:sldMk cId="0" sldId="261"/>
            <ac:picMk id="23" creationId="{CF6D381F-3589-CB35-EC73-6ADF3C00F3F9}"/>
          </ac:picMkLst>
        </pc:picChg>
      </pc:sldChg>
      <pc:sldChg chg="addSp delSp modSp mod modTransition modAnim">
        <pc:chgData name="pasham sreelatha" userId="9642072e4b7d6035" providerId="LiveId" clId="{D78B3F39-262A-44FE-B7C7-EA8286EA2663}" dt="2026-04-09T13:10:59.683" v="867" actId="20577"/>
        <pc:sldMkLst>
          <pc:docMk/>
          <pc:sldMk cId="0" sldId="262"/>
        </pc:sldMkLst>
        <pc:spChg chg="mod">
          <ac:chgData name="pasham sreelatha" userId="9642072e4b7d6035" providerId="LiveId" clId="{D78B3F39-262A-44FE-B7C7-EA8286EA2663}" dt="2026-04-09T13:06:56.095" v="813" actId="20577"/>
          <ac:spMkLst>
            <pc:docMk/>
            <pc:sldMk cId="0" sldId="262"/>
            <ac:spMk id="10" creationId="{00000000-0000-0000-0000-000000000000}"/>
          </ac:spMkLst>
        </pc:spChg>
        <pc:spChg chg="mod">
          <ac:chgData name="pasham sreelatha" userId="9642072e4b7d6035" providerId="LiveId" clId="{D78B3F39-262A-44FE-B7C7-EA8286EA2663}" dt="2026-04-09T13:07:56.760" v="847" actId="2057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pasham sreelatha" userId="9642072e4b7d6035" providerId="LiveId" clId="{D78B3F39-262A-44FE-B7C7-EA8286EA2663}" dt="2026-04-09T13:08:50.732" v="849" actId="1076"/>
          <ac:spMkLst>
            <pc:docMk/>
            <pc:sldMk cId="0" sldId="262"/>
            <ac:spMk id="14" creationId="{00000000-0000-0000-0000-000000000000}"/>
          </ac:spMkLst>
        </pc:spChg>
        <pc:spChg chg="mod">
          <ac:chgData name="pasham sreelatha" userId="9642072e4b7d6035" providerId="LiveId" clId="{D78B3F39-262A-44FE-B7C7-EA8286EA2663}" dt="2026-04-09T13:07:47.221" v="845" actId="2057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pasham sreelatha" userId="9642072e4b7d6035" providerId="LiveId" clId="{D78B3F39-262A-44FE-B7C7-EA8286EA2663}" dt="2026-04-09T13:07:50.350" v="846" actId="2057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pasham sreelatha" userId="9642072e4b7d6035" providerId="LiveId" clId="{D78B3F39-262A-44FE-B7C7-EA8286EA2663}" dt="2026-04-09T13:10:59.683" v="867" actId="20577"/>
          <ac:spMkLst>
            <pc:docMk/>
            <pc:sldMk cId="0" sldId="262"/>
            <ac:spMk id="20" creationId="{00000000-0000-0000-0000-000000000000}"/>
          </ac:spMkLst>
        </pc:spChg>
      </pc:sldChg>
      <pc:sldChg chg="addSp modSp del mod modTransition modAnim">
        <pc:chgData name="pasham sreelatha" userId="9642072e4b7d6035" providerId="LiveId" clId="{D78B3F39-262A-44FE-B7C7-EA8286EA2663}" dt="2026-04-10T13:26:12.612" v="870" actId="2696"/>
        <pc:sldMkLst>
          <pc:docMk/>
          <pc:sldMk cId="0" sldId="263"/>
        </pc:sldMkLst>
        <pc:spChg chg="mod">
          <ac:chgData name="pasham sreelatha" userId="9642072e4b7d6035" providerId="LiveId" clId="{D78B3F39-262A-44FE-B7C7-EA8286EA2663}" dt="2026-04-05T14:58:12.086" v="207" actId="20577"/>
          <ac:spMkLst>
            <pc:docMk/>
            <pc:sldMk cId="0" sldId="263"/>
            <ac:spMk id="12" creationId="{00000000-0000-0000-0000-000000000000}"/>
          </ac:spMkLst>
        </pc:spChg>
        <pc:picChg chg="add mod">
          <ac:chgData name="pasham sreelatha" userId="9642072e4b7d6035" providerId="LiveId" clId="{D78B3F39-262A-44FE-B7C7-EA8286EA2663}" dt="2026-04-08T12:43:57.746" v="596"/>
          <ac:picMkLst>
            <pc:docMk/>
            <pc:sldMk cId="0" sldId="263"/>
            <ac:picMk id="2" creationId="{284FCAD0-17B3-56C6-2D05-82E705CF769C}"/>
          </ac:picMkLst>
        </pc:picChg>
      </pc:sldChg>
      <pc:sldChg chg="addSp delSp modSp mod modTransition delAnim">
        <pc:chgData name="pasham sreelatha" userId="9642072e4b7d6035" providerId="LiveId" clId="{D78B3F39-262A-44FE-B7C7-EA8286EA2663}" dt="2026-04-09T12:58:27.621" v="603" actId="21"/>
        <pc:sldMkLst>
          <pc:docMk/>
          <pc:sldMk cId="0" sldId="264"/>
        </pc:sldMkLst>
        <pc:picChg chg="add del mod">
          <ac:chgData name="pasham sreelatha" userId="9642072e4b7d6035" providerId="LiveId" clId="{D78B3F39-262A-44FE-B7C7-EA8286EA2663}" dt="2026-04-09T12:58:27.621" v="603" actId="21"/>
          <ac:picMkLst>
            <pc:docMk/>
            <pc:sldMk cId="0" sldId="264"/>
            <ac:picMk id="2" creationId="{7A21B73F-273A-DBE8-78FC-32455DD3D1C6}"/>
          </ac:picMkLst>
        </pc:picChg>
      </pc:sldChg>
      <pc:sldChg chg="addSp delSp modSp mod modTransition delAnim modAnim">
        <pc:chgData name="pasham sreelatha" userId="9642072e4b7d6035" providerId="LiveId" clId="{D78B3F39-262A-44FE-B7C7-EA8286EA2663}" dt="2026-04-09T12:58:32.241" v="604" actId="21"/>
        <pc:sldMkLst>
          <pc:docMk/>
          <pc:sldMk cId="0" sldId="265"/>
        </pc:sldMkLst>
        <pc:picChg chg="add del mod">
          <ac:chgData name="pasham sreelatha" userId="9642072e4b7d6035" providerId="LiveId" clId="{D78B3F39-262A-44FE-B7C7-EA8286EA2663}" dt="2026-04-09T12:58:32.241" v="604" actId="21"/>
          <ac:picMkLst>
            <pc:docMk/>
            <pc:sldMk cId="0" sldId="265"/>
            <ac:picMk id="8" creationId="{DCD416EE-77B2-6447-6710-CE9A9071AB81}"/>
          </ac:picMkLst>
        </pc:picChg>
      </pc:sldChg>
      <pc:sldChg chg="addSp delSp modSp mod modTransition delAnim">
        <pc:chgData name="pasham sreelatha" userId="9642072e4b7d6035" providerId="LiveId" clId="{D78B3F39-262A-44FE-B7C7-EA8286EA2663}" dt="2026-04-09T12:58:37.895" v="605" actId="21"/>
        <pc:sldMkLst>
          <pc:docMk/>
          <pc:sldMk cId="0" sldId="266"/>
        </pc:sldMkLst>
        <pc:picChg chg="add del mod">
          <ac:chgData name="pasham sreelatha" userId="9642072e4b7d6035" providerId="LiveId" clId="{D78B3F39-262A-44FE-B7C7-EA8286EA2663}" dt="2026-04-09T12:58:37.895" v="605" actId="21"/>
          <ac:picMkLst>
            <pc:docMk/>
            <pc:sldMk cId="0" sldId="266"/>
            <ac:picMk id="3" creationId="{A96DCFF0-85FB-3972-AB2B-53146EA1CAEA}"/>
          </ac:picMkLst>
        </pc:picChg>
      </pc:sldChg>
      <pc:sldChg chg="addSp delSp modSp mod modTransition delAnim modAnim">
        <pc:chgData name="pasham sreelatha" userId="9642072e4b7d6035" providerId="LiveId" clId="{D78B3F39-262A-44FE-B7C7-EA8286EA2663}" dt="2026-04-09T12:57:49.522" v="597" actId="21"/>
        <pc:sldMkLst>
          <pc:docMk/>
          <pc:sldMk cId="121223606" sldId="268"/>
        </pc:sldMkLst>
        <pc:picChg chg="add del mod">
          <ac:chgData name="pasham sreelatha" userId="9642072e4b7d6035" providerId="LiveId" clId="{D78B3F39-262A-44FE-B7C7-EA8286EA2663}" dt="2026-04-09T12:57:49.522" v="597" actId="21"/>
          <ac:picMkLst>
            <pc:docMk/>
            <pc:sldMk cId="121223606" sldId="268"/>
            <ac:picMk id="48" creationId="{2E91BB94-320E-4F94-B70E-877767C5AC3D}"/>
          </ac:picMkLst>
        </pc:picChg>
      </pc:sldChg>
      <pc:sldChg chg="addSp delSp modSp mod modTransition delAnim modAnim">
        <pc:chgData name="pasham sreelatha" userId="9642072e4b7d6035" providerId="LiveId" clId="{D78B3F39-262A-44FE-B7C7-EA8286EA2663}" dt="2026-04-09T12:57:55.023" v="598" actId="21"/>
        <pc:sldMkLst>
          <pc:docMk/>
          <pc:sldMk cId="1123216116" sldId="269"/>
        </pc:sldMkLst>
        <pc:picChg chg="add del mod">
          <ac:chgData name="pasham sreelatha" userId="9642072e4b7d6035" providerId="LiveId" clId="{D78B3F39-262A-44FE-B7C7-EA8286EA2663}" dt="2026-04-09T12:57:55.023" v="598" actId="21"/>
          <ac:picMkLst>
            <pc:docMk/>
            <pc:sldMk cId="1123216116" sldId="269"/>
            <ac:picMk id="7" creationId="{40BE0942-8504-F4AC-4E77-4E75DB1F5941}"/>
          </ac:picMkLst>
        </pc:picChg>
      </pc:sldChg>
      <pc:sldChg chg="addSp delSp modSp new del mod modTransition delAnim modAnim">
        <pc:chgData name="pasham sreelatha" userId="9642072e4b7d6035" providerId="LiveId" clId="{D78B3F39-262A-44FE-B7C7-EA8286EA2663}" dt="2026-04-10T13:25:58.522" v="869" actId="2696"/>
        <pc:sldMkLst>
          <pc:docMk/>
          <pc:sldMk cId="3048146082" sldId="270"/>
        </pc:sldMkLst>
        <pc:picChg chg="add del mod">
          <ac:chgData name="pasham sreelatha" userId="9642072e4b7d6035" providerId="LiveId" clId="{D78B3F39-262A-44FE-B7C7-EA8286EA2663}" dt="2026-04-10T13:25:33.363" v="868" actId="21"/>
          <ac:picMkLst>
            <pc:docMk/>
            <pc:sldMk cId="3048146082" sldId="270"/>
            <ac:picMk id="4" creationId="{F784F0D6-CF33-7BEE-CF63-057B3BD4050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5" Type="http://schemas.openxmlformats.org/officeDocument/2006/relationships/hyperlink" Target="https://drive.google.com/file/d/1hUMp1dkWJFgfmguXwI4L3ZDjptA9zXfP/view?usp=drivesdk" TargetMode="External"/><Relationship Id="rId4" Type="http://schemas.openxmlformats.org/officeDocument/2006/relationships/hyperlink" Target="https://github.com/harikakanapuram2006-web/my-project.gi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Khanapuram Harika</a:t>
            </a: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Student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544411" cy="227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harikakanapuram2006@gmail.com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 Maheshwari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366"/>
    </mc:Choice>
    <mc:Fallback xmlns="">
      <p:transition spd="slow" advTm="2636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5F65AB-611A-6254-41D4-7E17F306C909}"/>
              </a:ext>
            </a:extLst>
          </p:cNvPr>
          <p:cNvSpPr txBox="1"/>
          <p:nvPr/>
        </p:nvSpPr>
        <p:spPr>
          <a:xfrm>
            <a:off x="1842868" y="1582615"/>
            <a:ext cx="50151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400"/>
              </a:spcBef>
              <a:spcAft>
                <a:spcPts val="400"/>
              </a:spcAft>
              <a:buNone/>
            </a:pPr>
            <a:r>
              <a:rPr lang="en-IN" sz="2400" b="1" dirty="0">
                <a:solidFill>
                  <a:srgbClr val="1B3A8A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Transforming Raw Sales Data into Actionable Insights</a:t>
            </a:r>
            <a:endParaRPr lang="en-IN" sz="2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321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523"/>
    </mc:Choice>
    <mc:Fallback xmlns="">
      <p:transition spd="slow" advTm="85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40080" y="1119791"/>
            <a:ext cx="586682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Overview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 : analyzed global superstore data to understand overall business performance.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Objective :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clean data, track KPIs</a:t>
            </a: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,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and generate insights for decision-making.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Outcomes :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created dashboards and identified key trends and performance areas.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Key highlights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delivered clear, actionable insights for business improvement</a:t>
            </a:r>
            <a:r>
              <a:rPr lang="en-US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.</a:t>
            </a:r>
            <a:endParaRPr lang="en-US" b="1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6253089" y="1046432"/>
            <a:ext cx="2834641" cy="2532596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6119"/>
    </mc:Choice>
    <mc:Fallback xmlns="">
      <p:transition spd="slow" advTm="36119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65434"/>
            <a:ext cx="2715065" cy="2729791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211015" y="1082801"/>
            <a:ext cx="5894363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Core Problem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Lack of clear insights from raw data leads to poor understanding of sales and profit performance.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Impact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Results in missed opportunities, low profitability, and inefficient business strategies.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Target Users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Business managers, analysts, and decision-makers in retail organizations. 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600" b="1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Current Limitations </a:t>
            </a:r>
            <a:r>
              <a:rPr lang="en-US" sz="16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: Raw data is unstructured, contains errors, and lacks real-time analytics capabilities. 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065"/>
    </mc:Choice>
    <mc:Fallback xmlns="">
      <p:transition spd="slow" advTm="5606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015" y="470158"/>
            <a:ext cx="4297679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25485" y="1046013"/>
            <a:ext cx="5220238" cy="3559126"/>
          </a:xfrm>
          <a:custGeom>
            <a:avLst/>
            <a:gdLst>
              <a:gd name="csX0" fmla="*/ 0 w 5522693"/>
              <a:gd name="csY0" fmla="*/ 0 h 3474720"/>
              <a:gd name="csX1" fmla="*/ 5522693 w 5522693"/>
              <a:gd name="csY1" fmla="*/ 0 h 3474720"/>
              <a:gd name="csX2" fmla="*/ 5522693 w 5522693"/>
              <a:gd name="csY2" fmla="*/ 3474720 h 3474720"/>
              <a:gd name="csX3" fmla="*/ 0 w 5522693"/>
              <a:gd name="csY3" fmla="*/ 3474720 h 3474720"/>
              <a:gd name="csX4" fmla="*/ 0 w 5522693"/>
              <a:gd name="csY4" fmla="*/ 0 h 3474720"/>
              <a:gd name="csX0" fmla="*/ 0 w 5874385"/>
              <a:gd name="csY0" fmla="*/ 0 h 3573194"/>
              <a:gd name="csX1" fmla="*/ 5522693 w 5874385"/>
              <a:gd name="csY1" fmla="*/ 0 h 3573194"/>
              <a:gd name="csX2" fmla="*/ 5874385 w 5874385"/>
              <a:gd name="csY2" fmla="*/ 3573194 h 3573194"/>
              <a:gd name="csX3" fmla="*/ 0 w 5874385"/>
              <a:gd name="csY3" fmla="*/ 3474720 h 3573194"/>
              <a:gd name="csX4" fmla="*/ 0 w 5874385"/>
              <a:gd name="csY4" fmla="*/ 0 h 3573194"/>
              <a:gd name="csX0" fmla="*/ 0 w 5550828"/>
              <a:gd name="csY0" fmla="*/ 0 h 3559126"/>
              <a:gd name="csX1" fmla="*/ 5522693 w 5550828"/>
              <a:gd name="csY1" fmla="*/ 0 h 3559126"/>
              <a:gd name="csX2" fmla="*/ 5550828 w 5550828"/>
              <a:gd name="csY2" fmla="*/ 3559126 h 3559126"/>
              <a:gd name="csX3" fmla="*/ 0 w 5550828"/>
              <a:gd name="csY3" fmla="*/ 3474720 h 3559126"/>
              <a:gd name="csX4" fmla="*/ 0 w 5550828"/>
              <a:gd name="csY4" fmla="*/ 0 h 3559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5550828" h="3559126">
                <a:moveTo>
                  <a:pt x="0" y="0"/>
                </a:moveTo>
                <a:lnTo>
                  <a:pt x="5522693" y="0"/>
                </a:lnTo>
                <a:lnTo>
                  <a:pt x="5550828" y="3559126"/>
                </a:lnTo>
                <a:lnTo>
                  <a:pt x="0" y="3474720"/>
                </a:lnTo>
                <a:lnTo>
                  <a:pt x="0" y="0"/>
                </a:lnTo>
                <a:close/>
              </a:path>
            </a:pathLst>
          </a:cu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Core Strategy </a:t>
            </a: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:Used data cleaning, KPI analysis, and visualization to generate actionable business insights for better decision-making.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How It Works </a:t>
            </a: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:By analyzing KPIs, it revealed key trends, top-performing areas, and loss-making segments, enabling effective business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Lato" panose="020F0502020204030203" pitchFamily="34" charset="0"/>
                <a:cs typeface="Arial" panose="020B0604020202020204" pitchFamily="34" charset="0"/>
              </a:rPr>
              <a:t>Business impact </a:t>
            </a: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: Improved decision-making, leading to increased profitability, and better identification of growth opportunities</a:t>
            </a: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500"/>
    </mc:Choice>
    <mc:Fallback xmlns="">
      <p:transition spd="slow" advTm="375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Global Superstore dataset(CSV/Excel from Kaggle/Edunet) .</a:t>
            </a: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Excel for data cleaning , Power BI for Dashboard creation , copilot for summaries.</a:t>
            </a: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Visual dashboard including KPI cards, Bar charts, Pie charts ,Trend lines showing sales, profit, categories and monthly trends.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066DAD-F09C-B2BC-356A-2FA5A874295A}"/>
              </a:ext>
            </a:extLst>
          </p:cNvPr>
          <p:cNvSpPr txBox="1"/>
          <p:nvPr/>
        </p:nvSpPr>
        <p:spPr>
          <a:xfrm>
            <a:off x="4754880" y="1700400"/>
            <a:ext cx="4114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Cleaning(remove duplicates, fix formats), Excel formulas, power Query. KPI calculations (Sales, Profit, Orders)Trend analysis ,Category &amp; region comparison.</a:t>
            </a:r>
            <a:endParaRPr lang="en-IN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228"/>
    </mc:Choice>
    <mc:Fallback xmlns="">
      <p:transition spd="slow" advTm="4722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Git hub Repo 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  <a:hlinkClick r:id="rId4"/>
              </a:rPr>
              <a:t>https://github.com/harikakanapuram2006-web/my-project.git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1548" y="2201271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Video Presentation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  <a:hlinkClick r:id="rId5"/>
              </a:rPr>
              <a:t>https://drive.google.com/file/d/1hUMp1dkWJFgfmguXwI4L3ZDjptA9zXfP/view?usp=drivesdk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  <a:p>
            <a:pPr algn="ctr"/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200479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163056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Dashboard Link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[Add description of Demo 3 here — what this demo shows, key features, and results achieved.]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7"/>
            <a:ext cx="5691505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b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</a:br>
            <a:b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</a:b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This project successfully transformed raw sales data into meaningful insights through data cleaning, analysis, and visualization. The interactive dashboards helped identify key trends, top-performing products, and loss-making areas, enabling better decision-making. Overall, the project demonstrates how data-driven strategies can improve business performance, profitability, and operational efficiency</a:t>
            </a:r>
            <a:r>
              <a:rPr lang="en-US" dirty="0">
                <a:latin typeface="Lato" panose="020F0502020204030203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5535636" y="971551"/>
            <a:ext cx="3151163" cy="300609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081"/>
    </mc:Choice>
    <mc:Fallback xmlns="">
      <p:transition spd="slow" advTm="3308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7" y="1082104"/>
            <a:ext cx="41148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698" y="1052473"/>
            <a:ext cx="3960055" cy="33842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E5F2462-737B-25A0-CE9F-21C9EC265BEB}"/>
              </a:ext>
            </a:extLst>
          </p:cNvPr>
          <p:cNvSpPr txBox="1"/>
          <p:nvPr/>
        </p:nvSpPr>
        <p:spPr>
          <a:xfrm>
            <a:off x="246186" y="1364566"/>
            <a:ext cx="5282418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Expand dashboards with predictive analytics and forecasting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Integrate real-time data streams (APIs) for live updates.</a:t>
            </a:r>
            <a:br>
              <a:rPr lang="en-US" sz="1600" dirty="0"/>
            </a:br>
            <a:r>
              <a:rPr lang="en-US" sz="1600" dirty="0"/>
              <a:t>Build a prompt library for AI-assisted reporting.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Enhance dashboards with advanced drill-down and interactive features.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Explore scalability for enterprise-level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Research advanced Copilot + Power BI automation workflows.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/>
              <a:t>Enable cloud and mobile accessibility for wider usage</a:t>
            </a:r>
            <a:endParaRPr lang="en-IN" sz="1600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998"/>
    </mc:Choice>
    <mc:Fallback xmlns="">
      <p:transition spd="slow" advTm="3199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Edunet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46"/>
    </mc:Choice>
    <mc:Fallback xmlns="">
      <p:transition spd="slow" advTm="6346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552</Words>
  <Application>Microsoft Office PowerPoint</Application>
  <PresentationFormat>On-screen Show (16:9)</PresentationFormat>
  <Paragraphs>70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pasham sreelatha</cp:lastModifiedBy>
  <cp:revision>28</cp:revision>
  <dcterms:created xsi:type="dcterms:W3CDTF">2026-02-18T09:17:23Z</dcterms:created>
  <dcterms:modified xsi:type="dcterms:W3CDTF">2026-04-10T13:26:20Z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