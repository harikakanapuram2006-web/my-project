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830AED-2668-4A02-B560-A6E143D43FFA}" v="56" dt="2026-04-09T13:07:56.7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10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hyperlink" Target="https://harikakanapuram2006-web.github.io/my-project/" TargetMode="External"/><Relationship Id="rId5" Type="http://schemas.openxmlformats.org/officeDocument/2006/relationships/hyperlink" Target="https://drive.google.com/file/d/1hUMp1dkWJFgfmguXwI4L3ZDjptA9zXfP/view?usp=drivesdk" TargetMode="External"/><Relationship Id="rId4" Type="http://schemas.openxmlformats.org/officeDocument/2006/relationships/hyperlink" Target="https://github.com/harikakanapuram2006-web/my-project.gi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0660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Khanapuram Harika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76086" y="3803810"/>
            <a:ext cx="2544411" cy="227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harikakanapuram2006@gmail.com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 Maheshwari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366"/>
    </mc:Choice>
    <mc:Fallback xmlns="">
      <p:transition spd="slow" advTm="2636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5F65AB-611A-6254-41D4-7E17F306C909}"/>
              </a:ext>
            </a:extLst>
          </p:cNvPr>
          <p:cNvSpPr txBox="1"/>
          <p:nvPr/>
        </p:nvSpPr>
        <p:spPr>
          <a:xfrm>
            <a:off x="1842868" y="1582615"/>
            <a:ext cx="50151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  <a:buNone/>
            </a:pPr>
            <a:r>
              <a:rPr lang="en-IN" sz="2400" b="1" dirty="0">
                <a:solidFill>
                  <a:srgbClr val="1B3A8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Transforming Raw Sales Data into Actionable Insights</a:t>
            </a:r>
            <a:endParaRPr lang="en-IN" sz="24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3216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523"/>
    </mc:Choice>
    <mc:Fallback xmlns="">
      <p:transition spd="slow" advTm="852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40080" y="1119791"/>
            <a:ext cx="586682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Overview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: analyzed global superstore data to understand overall business performance.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Objective :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clean data, track KPIs</a:t>
            </a: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,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and generate insights for decision-making.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Outcomes :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created dashboards and identified key trends and performance areas.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Key highlights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delivered clear, actionable insights for business improvement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.</a:t>
            </a:r>
            <a:endParaRPr lang="en-US" b="1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6253089" y="1046432"/>
            <a:ext cx="2834641" cy="2532596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9"/>
    </mc:Choice>
    <mc:Fallback xmlns="">
      <p:transition spd="slow" advTm="3611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65434"/>
            <a:ext cx="2715065" cy="2729791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211015" y="1082801"/>
            <a:ext cx="5894363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Core Problem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Lack of clear insights from raw data leads to poor understanding of sales and profit performance.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Impact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Results in missed opportunities, low profitability, and inefficient business strategies.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Target Users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Business managers, analysts, and decision-makers in retail organizations.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Current Limitations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Raw data is unstructured, contains errors, and lacks real-time analytics capabilities. 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065"/>
    </mc:Choice>
    <mc:Fallback xmlns="">
      <p:transition spd="slow" advTm="56065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015" y="470158"/>
            <a:ext cx="4297679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5" y="1046013"/>
            <a:ext cx="5220238" cy="3559126"/>
          </a:xfrm>
          <a:custGeom>
            <a:avLst/>
            <a:gdLst>
              <a:gd name="csX0" fmla="*/ 0 w 5522693"/>
              <a:gd name="csY0" fmla="*/ 0 h 3474720"/>
              <a:gd name="csX1" fmla="*/ 5522693 w 5522693"/>
              <a:gd name="csY1" fmla="*/ 0 h 3474720"/>
              <a:gd name="csX2" fmla="*/ 5522693 w 5522693"/>
              <a:gd name="csY2" fmla="*/ 3474720 h 3474720"/>
              <a:gd name="csX3" fmla="*/ 0 w 5522693"/>
              <a:gd name="csY3" fmla="*/ 3474720 h 3474720"/>
              <a:gd name="csX4" fmla="*/ 0 w 5522693"/>
              <a:gd name="csY4" fmla="*/ 0 h 3474720"/>
              <a:gd name="csX0" fmla="*/ 0 w 5874385"/>
              <a:gd name="csY0" fmla="*/ 0 h 3573194"/>
              <a:gd name="csX1" fmla="*/ 5522693 w 5874385"/>
              <a:gd name="csY1" fmla="*/ 0 h 3573194"/>
              <a:gd name="csX2" fmla="*/ 5874385 w 5874385"/>
              <a:gd name="csY2" fmla="*/ 3573194 h 3573194"/>
              <a:gd name="csX3" fmla="*/ 0 w 5874385"/>
              <a:gd name="csY3" fmla="*/ 3474720 h 3573194"/>
              <a:gd name="csX4" fmla="*/ 0 w 5874385"/>
              <a:gd name="csY4" fmla="*/ 0 h 3573194"/>
              <a:gd name="csX0" fmla="*/ 0 w 5550828"/>
              <a:gd name="csY0" fmla="*/ 0 h 3559126"/>
              <a:gd name="csX1" fmla="*/ 5522693 w 5550828"/>
              <a:gd name="csY1" fmla="*/ 0 h 3559126"/>
              <a:gd name="csX2" fmla="*/ 5550828 w 5550828"/>
              <a:gd name="csY2" fmla="*/ 3559126 h 3559126"/>
              <a:gd name="csX3" fmla="*/ 0 w 5550828"/>
              <a:gd name="csY3" fmla="*/ 3474720 h 3559126"/>
              <a:gd name="csX4" fmla="*/ 0 w 5550828"/>
              <a:gd name="csY4" fmla="*/ 0 h 355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50828" h="3559126">
                <a:moveTo>
                  <a:pt x="0" y="0"/>
                </a:moveTo>
                <a:lnTo>
                  <a:pt x="5522693" y="0"/>
                </a:lnTo>
                <a:lnTo>
                  <a:pt x="5550828" y="3559126"/>
                </a:lnTo>
                <a:lnTo>
                  <a:pt x="0" y="3474720"/>
                </a:lnTo>
                <a:lnTo>
                  <a:pt x="0" y="0"/>
                </a:lnTo>
                <a:close/>
              </a:path>
            </a:pathLst>
          </a:cu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Core Strategy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:Used data cleaning, KPI analysis, and visualization to generate actionable business insights for better decision-making.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How It Works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:By analyzing KPIs, it revealed key trends, top-performing areas, and loss-making segments, enabling effective business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Business impact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 Improved decision-making, leading to increased profitability, and better identification of growth opportunities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500"/>
    </mc:Choice>
    <mc:Fallback xmlns="">
      <p:transition spd="slow" advTm="375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Global Superstore dataset(CSV/Excel from Kaggle/Edunet) .</a:t>
            </a: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Excel for data cleaning , Power BI for Dashboard creation , copilot for summaries.</a:t>
            </a: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Visual dashboard including KPI cards, Bar charts, Pie charts ,Trend lines showing sales, profit, categories and monthly trends.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066DAD-F09C-B2BC-356A-2FA5A874295A}"/>
              </a:ext>
            </a:extLst>
          </p:cNvPr>
          <p:cNvSpPr txBox="1"/>
          <p:nvPr/>
        </p:nvSpPr>
        <p:spPr>
          <a:xfrm>
            <a:off x="4754880" y="1700400"/>
            <a:ext cx="4114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Cleaning(remove duplicates, fix formats), Excel formulas, power Query. KPI calculations (Sales, Profit, Orders)Trend analysis ,Category &amp; region comparison.</a:t>
            </a:r>
            <a:endParaRPr lang="en-IN" sz="1600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228"/>
    </mc:Choice>
    <mc:Fallback xmlns="">
      <p:transition spd="slow" advTm="47228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Git hub Repo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  <a:hlinkClick r:id="rId4"/>
              </a:rPr>
              <a:t>https://github.com/harikakanapuram2006-web/my-project.git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41548" y="2201271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Video Presentation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  <a:hlinkClick r:id="rId5"/>
              </a:rPr>
              <a:t>https://drive.google.com/file/d/1hUMp1dkWJFgfmguXwI4L3ZDjptA9zXfP/view?usp=drivesdk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 Link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b="1" dirty="0"/>
              <a:t> </a:t>
            </a:r>
            <a:r>
              <a:rPr lang="en-IN" b="1" u="sng" dirty="0">
                <a:hlinkClick r:id="rId6"/>
              </a:rPr>
              <a:t>https://harikakanapuram2006-web.github.io/my-project/</a:t>
            </a:r>
            <a:endParaRPr lang="en-IN" b="1" u="sng" dirty="0"/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5691505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b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</a:br>
            <a:b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This project successfully transformed raw sales data into meaningful insights through data cleaning, analysis, and visualization. The interactive dashboards helped identify key trends, top-performing products, and loss-making areas, enabling better decision-making. Overall, the project demonstrates how data-driven strategies can improve business performance, profitability, and operational efficiency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5535636" y="971551"/>
            <a:ext cx="3151163" cy="300609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081"/>
    </mc:Choice>
    <mc:Fallback xmlns="">
      <p:transition spd="slow" advTm="3308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698" y="1052473"/>
            <a:ext cx="3960055" cy="338427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5F2462-737B-25A0-CE9F-21C9EC265BEB}"/>
              </a:ext>
            </a:extLst>
          </p:cNvPr>
          <p:cNvSpPr txBox="1"/>
          <p:nvPr/>
        </p:nvSpPr>
        <p:spPr>
          <a:xfrm>
            <a:off x="246186" y="1364566"/>
            <a:ext cx="528241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Expand dashboards with predictive analytics and forecasting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Integrate real-time data streams (APIs) for live updates.</a:t>
            </a:r>
            <a:br>
              <a:rPr lang="en-US" sz="1600" dirty="0"/>
            </a:br>
            <a:r>
              <a:rPr lang="en-US" sz="1600" dirty="0"/>
              <a:t>Build a prompt library for AI-assisted reporting.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Enhance dashboards with advanced drill-down and interactive features.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Explore scalability for enterprise-level datasets.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Research advanced Copilot + Power BI automation workflows.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Enable cloud and mobile accessibility for wider usage</a:t>
            </a:r>
            <a:endParaRPr lang="en-IN" sz="1600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998"/>
    </mc:Choice>
    <mc:Fallback xmlns="">
      <p:transition spd="slow" advTm="31998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Edunet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346"/>
    </mc:Choice>
    <mc:Fallback xmlns="">
      <p:transition spd="slow" advTm="6346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543</Words>
  <Application>Microsoft Office PowerPoint</Application>
  <PresentationFormat>On-screen Show (16:9)</PresentationFormat>
  <Paragraphs>70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pasham sreelatha</cp:lastModifiedBy>
  <cp:revision>29</cp:revision>
  <dcterms:created xsi:type="dcterms:W3CDTF">2026-02-18T09:17:23Z</dcterms:created>
  <dcterms:modified xsi:type="dcterms:W3CDTF">2026-04-11T14:21:26Z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